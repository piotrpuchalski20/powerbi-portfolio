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"/>
  </p:notesMasterIdLst>
  <p:sldIdLst>
    <p:sldId id="256" r:id="rId2"/>
    <p:sldId id="261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DCDCDC"/>
    <a:srgbClr val="CFCFCF"/>
    <a:srgbClr val="C5C5C5"/>
    <a:srgbClr val="E8E8E8"/>
    <a:srgbClr val="8AC4A7"/>
    <a:srgbClr val="63A0CC"/>
    <a:srgbClr val="B258D3"/>
    <a:srgbClr val="D35940"/>
    <a:srgbClr val="FAA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7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4DCEF-6AC7-4026-9AE6-8DA46ADFBAB3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3A97D-7FAD-4D84-90F4-C1988FAF61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20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3A97D-7FAD-4D84-90F4-C1988FAF61BA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684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621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458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351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531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656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190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5663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309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403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85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1375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8048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4779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7227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4204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6128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636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4EA0B-4C20-460A-AF4E-CC5AA3B63726}" type="datetimeFigureOut">
              <a:rPr lang="pl-PL" smtClean="0"/>
              <a:t>9.12.2025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54AD-BC9E-48B7-8821-71290DD190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1481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ib-riskmanagement.co.uk/consultancy/hr/page/2" TargetMode="Externa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BADB85-D97F-6CC9-B955-6E5E0C2154D5}"/>
              </a:ext>
            </a:extLst>
          </p:cNvPr>
          <p:cNvSpPr/>
          <p:nvPr/>
        </p:nvSpPr>
        <p:spPr>
          <a:xfrm>
            <a:off x="1214233" y="682487"/>
            <a:ext cx="841513" cy="8878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23FBF8-CE95-244D-3C08-381E17F75810}"/>
              </a:ext>
            </a:extLst>
          </p:cNvPr>
          <p:cNvSpPr/>
          <p:nvPr/>
        </p:nvSpPr>
        <p:spPr>
          <a:xfrm>
            <a:off x="2599080" y="695739"/>
            <a:ext cx="841513" cy="887896"/>
          </a:xfrm>
          <a:prstGeom prst="rect">
            <a:avLst/>
          </a:prstGeom>
          <a:solidFill>
            <a:srgbClr val="82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24446C-DF28-6D10-6708-ACAE7A344C41}"/>
              </a:ext>
            </a:extLst>
          </p:cNvPr>
          <p:cNvSpPr/>
          <p:nvPr/>
        </p:nvSpPr>
        <p:spPr>
          <a:xfrm>
            <a:off x="8938593" y="695739"/>
            <a:ext cx="841513" cy="887896"/>
          </a:xfrm>
          <a:prstGeom prst="rect">
            <a:avLst/>
          </a:prstGeom>
          <a:solidFill>
            <a:srgbClr val="63A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7062B-6BFA-4FD7-D235-3921749474DE}"/>
              </a:ext>
            </a:extLst>
          </p:cNvPr>
          <p:cNvSpPr/>
          <p:nvPr/>
        </p:nvSpPr>
        <p:spPr>
          <a:xfrm>
            <a:off x="7714421" y="695740"/>
            <a:ext cx="841513" cy="887896"/>
          </a:xfrm>
          <a:prstGeom prst="rect">
            <a:avLst/>
          </a:prstGeom>
          <a:solidFill>
            <a:srgbClr val="B258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5ADB5D-43D0-62D3-D183-F7DBC95B06C6}"/>
              </a:ext>
            </a:extLst>
          </p:cNvPr>
          <p:cNvSpPr/>
          <p:nvPr/>
        </p:nvSpPr>
        <p:spPr>
          <a:xfrm>
            <a:off x="6380923" y="682487"/>
            <a:ext cx="841513" cy="887896"/>
          </a:xfrm>
          <a:prstGeom prst="rect">
            <a:avLst/>
          </a:prstGeom>
          <a:solidFill>
            <a:srgbClr val="D359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AABF8-446D-5762-7D53-F2E98AE8007D}"/>
              </a:ext>
            </a:extLst>
          </p:cNvPr>
          <p:cNvSpPr/>
          <p:nvPr/>
        </p:nvSpPr>
        <p:spPr>
          <a:xfrm>
            <a:off x="5102088" y="695739"/>
            <a:ext cx="841513" cy="887896"/>
          </a:xfrm>
          <a:prstGeom prst="rect">
            <a:avLst/>
          </a:prstGeom>
          <a:solidFill>
            <a:srgbClr val="FAA9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F488C-20D8-E13C-C218-7978716DEB9C}"/>
              </a:ext>
            </a:extLst>
          </p:cNvPr>
          <p:cNvSpPr/>
          <p:nvPr/>
        </p:nvSpPr>
        <p:spPr>
          <a:xfrm>
            <a:off x="3850584" y="682487"/>
            <a:ext cx="841513" cy="887896"/>
          </a:xfrm>
          <a:prstGeom prst="rect">
            <a:avLst/>
          </a:prstGeom>
          <a:solidFill>
            <a:srgbClr val="9ACD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7CF90-DBA9-C1D2-AD14-3EBB7132661F}"/>
              </a:ext>
            </a:extLst>
          </p:cNvPr>
          <p:cNvSpPr/>
          <p:nvPr/>
        </p:nvSpPr>
        <p:spPr>
          <a:xfrm>
            <a:off x="10217428" y="695739"/>
            <a:ext cx="841513" cy="887896"/>
          </a:xfrm>
          <a:prstGeom prst="rect">
            <a:avLst/>
          </a:prstGeom>
          <a:solidFill>
            <a:srgbClr val="8AC4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8A5ED-AC49-361A-D96E-3D43B63DCB63}"/>
              </a:ext>
            </a:extLst>
          </p:cNvPr>
          <p:cNvSpPr/>
          <p:nvPr/>
        </p:nvSpPr>
        <p:spPr>
          <a:xfrm>
            <a:off x="0" y="6606209"/>
            <a:ext cx="12192000" cy="25179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71E3A0-B68B-27A9-B229-44D54309873B}"/>
              </a:ext>
            </a:extLst>
          </p:cNvPr>
          <p:cNvSpPr/>
          <p:nvPr/>
        </p:nvSpPr>
        <p:spPr>
          <a:xfrm>
            <a:off x="0" y="6585447"/>
            <a:ext cx="12192000" cy="2743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A7CB3-0F4D-C6EC-F58D-3DF29B36A9FD}"/>
              </a:ext>
            </a:extLst>
          </p:cNvPr>
          <p:cNvSpPr/>
          <p:nvPr/>
        </p:nvSpPr>
        <p:spPr>
          <a:xfrm>
            <a:off x="0" y="0"/>
            <a:ext cx="5459896" cy="658544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A0A14A-DF45-DEF1-8310-C4F67C865812}"/>
              </a:ext>
            </a:extLst>
          </p:cNvPr>
          <p:cNvGrpSpPr/>
          <p:nvPr/>
        </p:nvGrpSpPr>
        <p:grpSpPr>
          <a:xfrm>
            <a:off x="-53009" y="92809"/>
            <a:ext cx="821635" cy="523418"/>
            <a:chOff x="-53009" y="99435"/>
            <a:chExt cx="960757" cy="644235"/>
          </a:xfrm>
        </p:grpSpPr>
        <p:pic>
          <p:nvPicPr>
            <p:cNvPr id="10" name="Graphic 9" descr="Man with solid fill">
              <a:extLst>
                <a:ext uri="{FF2B5EF4-FFF2-40B4-BE49-F238E27FC236}">
                  <a16:creationId xmlns:a16="http://schemas.microsoft.com/office/drawing/2014/main" id="{FB4CF756-632E-1B07-2881-F51772897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53009" y="99435"/>
              <a:ext cx="602711" cy="60271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Graphic 10" descr="Man with solid fill">
              <a:extLst>
                <a:ext uri="{FF2B5EF4-FFF2-40B4-BE49-F238E27FC236}">
                  <a16:creationId xmlns:a16="http://schemas.microsoft.com/office/drawing/2014/main" id="{5EF1BF31-3B61-BDB3-17F9-18CAE414E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5037" y="100319"/>
              <a:ext cx="602711" cy="60271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Graphic 11" descr="Man with solid fill">
              <a:extLst>
                <a:ext uri="{FF2B5EF4-FFF2-40B4-BE49-F238E27FC236}">
                  <a16:creationId xmlns:a16="http://schemas.microsoft.com/office/drawing/2014/main" id="{5AD5E5E5-51B1-DAB9-B04B-984071DCF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9388" y="140959"/>
              <a:ext cx="602711" cy="60271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011664E-FDBF-D677-58AE-1125D9E84EEE}"/>
              </a:ext>
            </a:extLst>
          </p:cNvPr>
          <p:cNvSpPr txBox="1"/>
          <p:nvPr/>
        </p:nvSpPr>
        <p:spPr>
          <a:xfrm>
            <a:off x="662869" y="33174"/>
            <a:ext cx="4346713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l-PL" sz="3600" b="1" dirty="0"/>
              <a:t>HR Report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EF6B87-41B3-FC91-CABA-5C095FABE9CF}"/>
              </a:ext>
            </a:extLst>
          </p:cNvPr>
          <p:cNvSpPr/>
          <p:nvPr/>
        </p:nvSpPr>
        <p:spPr>
          <a:xfrm>
            <a:off x="204708" y="703955"/>
            <a:ext cx="4239735" cy="5847755"/>
          </a:xfrm>
          <a:prstGeom prst="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FA6932-1E01-D7F7-5A81-4359345BCD83}"/>
              </a:ext>
            </a:extLst>
          </p:cNvPr>
          <p:cNvSpPr txBox="1"/>
          <p:nvPr/>
        </p:nvSpPr>
        <p:spPr>
          <a:xfrm>
            <a:off x="257717" y="720823"/>
            <a:ext cx="4239735" cy="58477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l-PL" sz="1700" dirty="0">
                <a:latin typeface="Bahnschrift Condensed" panose="020B0502040204020203" pitchFamily="34" charset="0"/>
              </a:rPr>
              <a:t>Presenting a HR Analytics Report, a concise summary of headcount, retention and turnover metrics displayed through an intuitive data visualization dashboard.</a:t>
            </a:r>
          </a:p>
          <a:p>
            <a:endParaRPr lang="pl-PL" sz="1700" dirty="0">
              <a:latin typeface="Bahnschrift Condensed" panose="020B0502040204020203" pitchFamily="34" charset="0"/>
            </a:endParaRPr>
          </a:p>
          <a:p>
            <a:r>
              <a:rPr lang="pl-PL" sz="1700" dirty="0">
                <a:latin typeface="Bahnschrift Condensed" panose="020B0502040204020203" pitchFamily="34" charset="0"/>
              </a:rPr>
              <a:t>This powerful tool provides HR professionals with a comprehensive overview of workforce dynamics, enabling them to make informed decisions based on visual insights.</a:t>
            </a:r>
          </a:p>
          <a:p>
            <a:endParaRPr lang="pl-PL" sz="1700" dirty="0">
              <a:latin typeface="Bahnschrift Condensed" panose="020B0502040204020203" pitchFamily="34" charset="0"/>
            </a:endParaRPr>
          </a:p>
          <a:p>
            <a:r>
              <a:rPr lang="pl-PL" sz="1700" dirty="0">
                <a:latin typeface="Bahnschrift Condensed" panose="020B0502040204020203" pitchFamily="34" charset="0"/>
              </a:rPr>
              <a:t>The dashboard features interactive charts and graphs, allowing easy exploration of headcount trends, retention rates and turnover statistics.</a:t>
            </a:r>
          </a:p>
          <a:p>
            <a:endParaRPr lang="pl-PL" sz="1700" dirty="0">
              <a:latin typeface="Bahnschrift Condensed" panose="020B0502040204020203" pitchFamily="34" charset="0"/>
            </a:endParaRPr>
          </a:p>
          <a:p>
            <a:r>
              <a:rPr lang="pl-PL" sz="1700" dirty="0">
                <a:latin typeface="Bahnschrift Condensed" panose="020B0502040204020203" pitchFamily="34" charset="0"/>
              </a:rPr>
              <a:t>By harnessing the power of data visualization, this report equips HR teams with the knowledge to indentify patterns, analyze attrition trends and develop targeted strategies for talent retention.</a:t>
            </a:r>
          </a:p>
          <a:p>
            <a:endParaRPr lang="pl-PL" sz="1700" dirty="0">
              <a:latin typeface="Bahnschrift Condensed" panose="020B0502040204020203" pitchFamily="34" charset="0"/>
            </a:endParaRPr>
          </a:p>
          <a:p>
            <a:r>
              <a:rPr lang="pl-PL" sz="1700" dirty="0">
                <a:latin typeface="Bahnschrift Condensed" panose="020B0502040204020203" pitchFamily="34" charset="0"/>
              </a:rPr>
              <a:t>Navigating the vast seas of HR analytics has never been easier, empowering organizations to optimize their workforce and foster a culture of engagement and growth.</a:t>
            </a:r>
          </a:p>
        </p:txBody>
      </p:sp>
    </p:spTree>
    <p:extLst>
      <p:ext uri="{BB962C8B-B14F-4D97-AF65-F5344CB8AC3E}">
        <p14:creationId xmlns:p14="http://schemas.microsoft.com/office/powerpoint/2010/main" val="332694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89DE-438B-CE61-A684-F42E7BC4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6730-30FE-6229-E210-81847E6F1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Picture 3" descr="Smiling woman holding file folder at the office">
            <a:extLst>
              <a:ext uri="{FF2B5EF4-FFF2-40B4-BE49-F238E27FC236}">
                <a16:creationId xmlns:a16="http://schemas.microsoft.com/office/drawing/2014/main" id="{BE21C571-6F49-EA56-4C42-6E7C9926EB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4" r="9808"/>
          <a:stretch>
            <a:fillRect/>
          </a:stretch>
        </p:blipFill>
        <p:spPr>
          <a:xfrm>
            <a:off x="4693304" y="1649152"/>
            <a:ext cx="2294856" cy="3869634"/>
          </a:xfrm>
          <a:prstGeom prst="rect">
            <a:avLst/>
          </a:prstGeom>
        </p:spPr>
      </p:pic>
      <p:pic>
        <p:nvPicPr>
          <p:cNvPr id="5" name="Picture 4" descr="Businessman looking at tablet">
            <a:extLst>
              <a:ext uri="{FF2B5EF4-FFF2-40B4-BE49-F238E27FC236}">
                <a16:creationId xmlns:a16="http://schemas.microsoft.com/office/drawing/2014/main" id="{238F8452-2BEA-EFF9-12E1-AAC4A9F8D2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65" t="537" r="30313" b="-537"/>
          <a:stretch>
            <a:fillRect/>
          </a:stretch>
        </p:blipFill>
        <p:spPr>
          <a:xfrm>
            <a:off x="7203956" y="1649151"/>
            <a:ext cx="2292627" cy="39033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F1CD2D-A504-D5FF-8543-36CC9B1321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0448" t="872" r="30476" b="-872"/>
          <a:stretch>
            <a:fillRect/>
          </a:stretch>
        </p:blipFill>
        <p:spPr>
          <a:xfrm>
            <a:off x="9692435" y="1649151"/>
            <a:ext cx="2286000" cy="390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0269C-F722-3DF9-157E-33BB692F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DE1D1E6-96E9-8DFA-50EE-58832F5F2C2E}"/>
              </a:ext>
            </a:extLst>
          </p:cNvPr>
          <p:cNvSpPr/>
          <p:nvPr/>
        </p:nvSpPr>
        <p:spPr>
          <a:xfrm>
            <a:off x="0" y="0"/>
            <a:ext cx="12192000" cy="41744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E3E83A-CF5D-446C-83DA-918B0FC229D9}"/>
              </a:ext>
            </a:extLst>
          </p:cNvPr>
          <p:cNvSpPr/>
          <p:nvPr/>
        </p:nvSpPr>
        <p:spPr>
          <a:xfrm>
            <a:off x="0" y="6606209"/>
            <a:ext cx="12192000" cy="25179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9D0007-58DE-7D3C-786F-8D1A84522FD7}"/>
              </a:ext>
            </a:extLst>
          </p:cNvPr>
          <p:cNvSpPr/>
          <p:nvPr/>
        </p:nvSpPr>
        <p:spPr>
          <a:xfrm>
            <a:off x="0" y="417443"/>
            <a:ext cx="12192000" cy="3657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7C310A-2457-F9BC-58ED-7C05531E4C03}"/>
              </a:ext>
            </a:extLst>
          </p:cNvPr>
          <p:cNvSpPr/>
          <p:nvPr/>
        </p:nvSpPr>
        <p:spPr>
          <a:xfrm>
            <a:off x="0" y="6585447"/>
            <a:ext cx="12192000" cy="2743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8A01B8-321C-F58A-2C20-80118E25D0F3}"/>
              </a:ext>
            </a:extLst>
          </p:cNvPr>
          <p:cNvSpPr txBox="1"/>
          <p:nvPr/>
        </p:nvSpPr>
        <p:spPr>
          <a:xfrm>
            <a:off x="464303" y="-32758"/>
            <a:ext cx="4401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HR Report: </a:t>
            </a:r>
            <a:r>
              <a:rPr lang="pl-PL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HEADCOUNT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2BDD8D-73C1-5F48-D237-35D1DAF556F7}"/>
              </a:ext>
            </a:extLst>
          </p:cNvPr>
          <p:cNvSpPr txBox="1"/>
          <p:nvPr/>
        </p:nvSpPr>
        <p:spPr>
          <a:xfrm>
            <a:off x="10038522" y="6565612"/>
            <a:ext cx="2835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Designed by Piotr Puchalski</a:t>
            </a:r>
          </a:p>
          <a:p>
            <a:endParaRPr lang="pl-PL" dirty="0"/>
          </a:p>
        </p:txBody>
      </p:sp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9F196C0C-ADF8-272B-EAC6-110A098A0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16" y="26768"/>
            <a:ext cx="352135" cy="352135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59A3AF02-ACDF-35FE-8C1C-07FA78F8D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335" y="26767"/>
            <a:ext cx="352135" cy="352135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75E0CF61-512C-1590-8240-018DB0E40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168" y="53534"/>
            <a:ext cx="352135" cy="352135"/>
          </a:xfrm>
          <a:prstGeom prst="rect">
            <a:avLst/>
          </a:prstGeom>
        </p:spPr>
      </p:pic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56091651-1EBA-BC50-5ACB-7435C7D41EF6}"/>
              </a:ext>
            </a:extLst>
          </p:cNvPr>
          <p:cNvSpPr/>
          <p:nvPr/>
        </p:nvSpPr>
        <p:spPr>
          <a:xfrm rot="16200000">
            <a:off x="6134071" y="480248"/>
            <a:ext cx="6019859" cy="6095998"/>
          </a:xfrm>
          <a:prstGeom prst="round2SameRect">
            <a:avLst>
              <a:gd name="adj1" fmla="val 4198"/>
              <a:gd name="adj2" fmla="val 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507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826BC-3317-38D3-D717-9C14B00F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B0CB49-DC9E-881E-0F54-72D7F9963B47}"/>
              </a:ext>
            </a:extLst>
          </p:cNvPr>
          <p:cNvSpPr/>
          <p:nvPr/>
        </p:nvSpPr>
        <p:spPr>
          <a:xfrm>
            <a:off x="0" y="0"/>
            <a:ext cx="12192000" cy="41744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AE0B3E-65FB-74E0-5E35-F25949F4ACA8}"/>
              </a:ext>
            </a:extLst>
          </p:cNvPr>
          <p:cNvSpPr/>
          <p:nvPr/>
        </p:nvSpPr>
        <p:spPr>
          <a:xfrm>
            <a:off x="0" y="6606209"/>
            <a:ext cx="12192000" cy="25179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A4A645-33FD-CAD8-BC04-AC0DD5D056C7}"/>
              </a:ext>
            </a:extLst>
          </p:cNvPr>
          <p:cNvSpPr/>
          <p:nvPr/>
        </p:nvSpPr>
        <p:spPr>
          <a:xfrm>
            <a:off x="0" y="417443"/>
            <a:ext cx="12192000" cy="3657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A4FF8B-F6D1-13B3-DC52-6B7EB4CC143F}"/>
              </a:ext>
            </a:extLst>
          </p:cNvPr>
          <p:cNvSpPr/>
          <p:nvPr/>
        </p:nvSpPr>
        <p:spPr>
          <a:xfrm>
            <a:off x="0" y="6585447"/>
            <a:ext cx="12192000" cy="2743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A42FE-B508-0FE7-BDB7-81B928365BC0}"/>
              </a:ext>
            </a:extLst>
          </p:cNvPr>
          <p:cNvSpPr txBox="1"/>
          <p:nvPr/>
        </p:nvSpPr>
        <p:spPr>
          <a:xfrm>
            <a:off x="464303" y="-32758"/>
            <a:ext cx="4401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HR Report: </a:t>
            </a:r>
            <a:r>
              <a:rPr lang="pl-PL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TURNOVER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D0343-0555-80A0-8D5F-C5F37F57A9A4}"/>
              </a:ext>
            </a:extLst>
          </p:cNvPr>
          <p:cNvSpPr txBox="1"/>
          <p:nvPr/>
        </p:nvSpPr>
        <p:spPr>
          <a:xfrm>
            <a:off x="10038522" y="6565612"/>
            <a:ext cx="2835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Designed by Piotr Puchalski</a:t>
            </a:r>
          </a:p>
          <a:p>
            <a:endParaRPr lang="pl-PL" dirty="0"/>
          </a:p>
        </p:txBody>
      </p:sp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291161D2-1F72-37C0-985B-F8B61098A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16" y="26768"/>
            <a:ext cx="352135" cy="352135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E71DC51-CD7B-51D3-E7A5-CAAFA766F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335" y="26767"/>
            <a:ext cx="352135" cy="352135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DC11E9C0-5AB3-63A4-A188-438EA4F0E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168" y="53534"/>
            <a:ext cx="352135" cy="352135"/>
          </a:xfrm>
          <a:prstGeom prst="rect">
            <a:avLst/>
          </a:prstGeom>
        </p:spPr>
      </p:pic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D8AE528D-4E58-049B-5ED2-968EDD9C1249}"/>
              </a:ext>
            </a:extLst>
          </p:cNvPr>
          <p:cNvSpPr/>
          <p:nvPr/>
        </p:nvSpPr>
        <p:spPr>
          <a:xfrm rot="16200000">
            <a:off x="6134071" y="480248"/>
            <a:ext cx="6019859" cy="6095998"/>
          </a:xfrm>
          <a:prstGeom prst="round2SameRect">
            <a:avLst>
              <a:gd name="adj1" fmla="val 4198"/>
              <a:gd name="adj2" fmla="val 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684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28E1E-6A7E-F9D1-8FE0-AEA0FD50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68598D-9A23-A0AF-E608-DA671BC165C3}"/>
              </a:ext>
            </a:extLst>
          </p:cNvPr>
          <p:cNvSpPr/>
          <p:nvPr/>
        </p:nvSpPr>
        <p:spPr>
          <a:xfrm>
            <a:off x="0" y="0"/>
            <a:ext cx="12192000" cy="41744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E384F-4FEA-4B12-0208-BB1536AE1EAC}"/>
              </a:ext>
            </a:extLst>
          </p:cNvPr>
          <p:cNvSpPr/>
          <p:nvPr/>
        </p:nvSpPr>
        <p:spPr>
          <a:xfrm>
            <a:off x="0" y="6606209"/>
            <a:ext cx="12192000" cy="25179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AE9169-A41B-B8FD-2755-1D0F52FEF75D}"/>
              </a:ext>
            </a:extLst>
          </p:cNvPr>
          <p:cNvSpPr/>
          <p:nvPr/>
        </p:nvSpPr>
        <p:spPr>
          <a:xfrm>
            <a:off x="0" y="417443"/>
            <a:ext cx="12192000" cy="3657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5F5DBE-C1AF-C5C9-D60E-0ADDEC10493F}"/>
              </a:ext>
            </a:extLst>
          </p:cNvPr>
          <p:cNvSpPr/>
          <p:nvPr/>
        </p:nvSpPr>
        <p:spPr>
          <a:xfrm>
            <a:off x="0" y="6585447"/>
            <a:ext cx="12192000" cy="2743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23AE7-FBC3-967F-E919-B3839EE6A491}"/>
              </a:ext>
            </a:extLst>
          </p:cNvPr>
          <p:cNvSpPr txBox="1"/>
          <p:nvPr/>
        </p:nvSpPr>
        <p:spPr>
          <a:xfrm>
            <a:off x="464303" y="-32758"/>
            <a:ext cx="4949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HR Report: </a:t>
            </a:r>
            <a:r>
              <a:rPr lang="pl-PL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EMPLOYEE RETENTION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E6249E-F9C1-2DDC-D29B-AD5AEEC94839}"/>
              </a:ext>
            </a:extLst>
          </p:cNvPr>
          <p:cNvSpPr txBox="1"/>
          <p:nvPr/>
        </p:nvSpPr>
        <p:spPr>
          <a:xfrm>
            <a:off x="10038522" y="6565612"/>
            <a:ext cx="2835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Designed by Piotr Puchalski</a:t>
            </a:r>
          </a:p>
          <a:p>
            <a:endParaRPr lang="pl-PL" dirty="0"/>
          </a:p>
        </p:txBody>
      </p:sp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BF5E683A-A868-3E61-8963-CBF00B405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16" y="26768"/>
            <a:ext cx="352135" cy="352135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E8340F34-F01F-5585-B0D3-B6B2F5302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335" y="26767"/>
            <a:ext cx="352135" cy="352135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B7A2AE29-C5DD-E1E1-2663-9EE86C6E9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168" y="53534"/>
            <a:ext cx="352135" cy="352135"/>
          </a:xfrm>
          <a:prstGeom prst="rect">
            <a:avLst/>
          </a:prstGeom>
        </p:spPr>
      </p:pic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776F5236-8D07-BC37-411E-23D206B44947}"/>
              </a:ext>
            </a:extLst>
          </p:cNvPr>
          <p:cNvSpPr/>
          <p:nvPr/>
        </p:nvSpPr>
        <p:spPr>
          <a:xfrm rot="16200000">
            <a:off x="6134071" y="480248"/>
            <a:ext cx="6019859" cy="6095998"/>
          </a:xfrm>
          <a:prstGeom prst="round2SameRect">
            <a:avLst>
              <a:gd name="adj1" fmla="val 4198"/>
              <a:gd name="adj2" fmla="val 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9451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260</TotalTime>
  <Words>156</Words>
  <Application>Microsoft Office PowerPoint</Application>
  <PresentationFormat>Widescreen</PresentationFormat>
  <Paragraphs>17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 Condensed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Puchalski</dc:creator>
  <cp:lastModifiedBy>Piotr Puchalski</cp:lastModifiedBy>
  <cp:revision>3</cp:revision>
  <dcterms:created xsi:type="dcterms:W3CDTF">2025-12-01T16:27:29Z</dcterms:created>
  <dcterms:modified xsi:type="dcterms:W3CDTF">2025-12-09T18:09:09Z</dcterms:modified>
</cp:coreProperties>
</file>